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473" r:id="rId3"/>
  </p:sldIdLst>
  <p:sldSz cx="12192000" cy="6858000"/>
  <p:notesSz cx="9929495" cy="6797675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fsc" initials="f" lastIdx="3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333399"/>
    <a:srgbClr val="00B050"/>
    <a:srgbClr val="FFC000"/>
    <a:srgbClr val="BEE395"/>
    <a:srgbClr val="C8A3FF"/>
    <a:srgbClr val="92D050"/>
    <a:srgbClr val="6600FF"/>
    <a:srgbClr val="FFE28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1993" autoAdjust="0"/>
  </p:normalViewPr>
  <p:slideViewPr>
    <p:cSldViewPr showGuides="1">
      <p:cViewPr varScale="1">
        <p:scale>
          <a:sx n="107" d="100"/>
          <a:sy n="107" d="100"/>
        </p:scale>
        <p:origin x="84" y="18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36004" cy="36004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commentAuthors" Target="commentAuthors.xml"/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3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302125" cy="34131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541" tIns="45770" rIns="91541" bIns="45770" numCol="1" anchor="t" anchorCtr="0" compatLnSpc="1"/>
          <a:lstStyle>
            <a:lvl1pPr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7238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624513" y="0"/>
            <a:ext cx="4303712" cy="34131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541" tIns="45770" rIns="91541" bIns="45770" numCol="1" anchor="t" anchorCtr="0" compatLnSpc="1"/>
          <a:lstStyle>
            <a:lvl1pPr algn="r"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7238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454775"/>
            <a:ext cx="4302125" cy="34131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541" tIns="45770" rIns="91541" bIns="45770" numCol="1" anchor="b" anchorCtr="0" compatLnSpc="1"/>
          <a:lstStyle>
            <a:lvl1pPr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7238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624513" y="6454775"/>
            <a:ext cx="4303712" cy="34131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541" tIns="45770" rIns="91541" bIns="45770" numCol="1" anchor="b" anchorCtr="0" compatLnSpc="1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2E81BE6A-92C0-4792-AA68-BB4FDDAF43D9}" type="slidenum">
              <a:rPr lang="zh-CN" altLang="en-US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302125" cy="34131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541" tIns="45770" rIns="91541" bIns="45770" numCol="1" anchor="t" anchorCtr="0" compatLnSpc="1"/>
          <a:lstStyle>
            <a:lvl1pPr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909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624513" y="0"/>
            <a:ext cx="4303712" cy="34131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541" tIns="45770" rIns="91541" bIns="45770" numCol="1" anchor="t" anchorCtr="0" compatLnSpc="1"/>
          <a:lstStyle>
            <a:lvl1pPr algn="r"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703513" y="509588"/>
            <a:ext cx="4532312" cy="255111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92188" y="3228975"/>
            <a:ext cx="7945437" cy="305911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541" tIns="45770" rIns="91541" bIns="45770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/>
            <a:r>
              <a:rPr lang="zh-CN" altLang="en-US" noProof="0"/>
              <a:t>第二级</a:t>
            </a:r>
            <a:endParaRPr lang="zh-CN" altLang="en-US" noProof="0"/>
          </a:p>
          <a:p>
            <a:pPr lvl="2"/>
            <a:r>
              <a:rPr lang="zh-CN" altLang="en-US" noProof="0"/>
              <a:t>第三级</a:t>
            </a:r>
            <a:endParaRPr lang="zh-CN" altLang="en-US" noProof="0"/>
          </a:p>
          <a:p>
            <a:pPr lvl="3"/>
            <a:r>
              <a:rPr lang="zh-CN" altLang="en-US" noProof="0"/>
              <a:t>第四级</a:t>
            </a:r>
            <a:endParaRPr lang="zh-CN" altLang="en-US" noProof="0"/>
          </a:p>
          <a:p>
            <a:pPr lvl="4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8909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454775"/>
            <a:ext cx="4302125" cy="34131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541" tIns="45770" rIns="91541" bIns="45770" numCol="1" anchor="b" anchorCtr="0" compatLnSpc="1"/>
          <a:lstStyle>
            <a:lvl1pPr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909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4513" y="6454775"/>
            <a:ext cx="4303712" cy="34131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541" tIns="45770" rIns="91541" bIns="45770" numCol="1" anchor="b" anchorCtr="0" compatLnSpc="1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CD970D3A-DCAC-412E-8578-C6C599CC6883}" type="slidenum">
              <a:rPr lang="zh-CN" altLang="en-US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75734" y="1196976"/>
            <a:ext cx="5401733" cy="54006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80667" y="1196976"/>
            <a:ext cx="5401733" cy="54006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07451" y="80964"/>
            <a:ext cx="2774949" cy="651668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78367" y="80964"/>
            <a:ext cx="8125884" cy="651668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78368" y="80964"/>
            <a:ext cx="11104033" cy="651668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78367" y="80963"/>
            <a:ext cx="10081684" cy="75565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575733" y="1196976"/>
            <a:ext cx="11006667" cy="5400675"/>
          </a:xfrm>
        </p:spPr>
        <p:txBody>
          <a:bodyPr/>
          <a:lstStyle/>
          <a:p>
            <a:pPr lvl="0"/>
            <a:endParaRPr lang="zh-CN" altLang="en-US" noProof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5" Type="http://schemas.openxmlformats.org/officeDocument/2006/relationships/image" Target="../media/image2.png"/><Relationship Id="rId14" Type="http://schemas.openxmlformats.org/officeDocument/2006/relationships/image" Target="../media/image1.jpeg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7"/>
          <p:cNvSpPr>
            <a:spLocks noChangeArrowheads="1"/>
          </p:cNvSpPr>
          <p:nvPr/>
        </p:nvSpPr>
        <p:spPr bwMode="auto">
          <a:xfrm>
            <a:off x="383119" y="836612"/>
            <a:ext cx="10321395" cy="108111"/>
          </a:xfrm>
          <a:prstGeom prst="rect">
            <a:avLst/>
          </a:prstGeom>
          <a:gradFill rotWithShape="1">
            <a:gsLst>
              <a:gs pos="61000">
                <a:srgbClr val="6600FF"/>
              </a:gs>
              <a:gs pos="100000">
                <a:srgbClr val="3366CC"/>
              </a:gs>
            </a:gsLst>
            <a:lin ang="0" scaled="1"/>
          </a:gradFill>
          <a:ln w="76200" algn="ctr">
            <a:noFill/>
            <a:miter lim="800000"/>
          </a:ln>
          <a:effectLst>
            <a:softEdge rad="12700"/>
          </a:effectLst>
          <a:scene3d>
            <a:camera prst="orthographicFront"/>
            <a:lightRig rig="threePt" dir="t"/>
          </a:scene3d>
          <a:sp3d extrusionH="12700"/>
        </p:spPr>
        <p:txBody>
          <a:bodyPr wrap="none" anchor="ctr"/>
          <a:lstStyle/>
          <a:p>
            <a:pPr algn="ctr" eaLnBrk="1" hangingPunct="1">
              <a:defRPr/>
            </a:pPr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1029" name="标题占位符 1"/>
          <p:cNvSpPr>
            <a:spLocks noGrp="1"/>
          </p:cNvSpPr>
          <p:nvPr>
            <p:ph type="title"/>
          </p:nvPr>
        </p:nvSpPr>
        <p:spPr bwMode="auto">
          <a:xfrm>
            <a:off x="478367" y="80963"/>
            <a:ext cx="10081684" cy="755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0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575733" y="1196976"/>
            <a:ext cx="11006667" cy="540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en-US" altLang="zh-CN"/>
          </a:p>
          <a:p>
            <a:pPr lvl="0"/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14" cstate="print"/>
          <a:srcRect l="16768" t="16769" r="15981" b="15980"/>
          <a:stretch>
            <a:fillRect/>
          </a:stretch>
        </p:blipFill>
        <p:spPr>
          <a:xfrm>
            <a:off x="10884532" y="8246"/>
            <a:ext cx="1128886" cy="1067540"/>
          </a:xfrm>
          <a:prstGeom prst="ellipse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333399"/>
          </a:solidFill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333399"/>
          </a:solidFill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333399"/>
          </a:solidFill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333399"/>
          </a:solidFill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333399"/>
          </a:solidFill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 b="1">
          <a:solidFill>
            <a:srgbClr val="003399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 b="1">
          <a:solidFill>
            <a:srgbClr val="003399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 b="1">
          <a:solidFill>
            <a:srgbClr val="003399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 b="1">
          <a:solidFill>
            <a:srgbClr val="003399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lnSpc>
          <a:spcPct val="110000"/>
        </a:lnSpc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5"/>
        </a:buBlip>
        <a:defRPr sz="24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4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4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4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4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4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4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数据增强</a:t>
            </a:r>
            <a:r>
              <a:rPr lang="en-US" altLang="zh-CN"/>
              <a:t>-</a:t>
            </a:r>
            <a:r>
              <a:rPr lang="zh-CN" altLang="en-US"/>
              <a:t>效果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595755" y="1196975"/>
            <a:ext cx="319405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>
                <a:solidFill>
                  <a:schemeClr val="tx2"/>
                </a:solidFill>
              </a:rPr>
              <a:t>主要任务</a:t>
            </a:r>
            <a:endParaRPr lang="zh-CN" altLang="en-US" sz="2800">
              <a:solidFill>
                <a:schemeClr val="tx2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75665" y="1737360"/>
            <a:ext cx="4131310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对不平衡数据集进行数据增强</a:t>
            </a:r>
            <a:endParaRPr lang="zh-CN" altLang="en-US"/>
          </a:p>
          <a:p>
            <a:r>
              <a:rPr lang="zh-CN" altLang="en-US"/>
              <a:t>策略：</a:t>
            </a:r>
            <a:endParaRPr lang="zh-CN" altLang="en-US"/>
          </a:p>
          <a:p>
            <a:r>
              <a:rPr lang="zh-CN" altLang="en-US"/>
              <a:t>通用增强：</a:t>
            </a:r>
            <a:endParaRPr lang="zh-CN" altLang="en-US"/>
          </a:p>
          <a:p>
            <a:r>
              <a:rPr lang="zh-CN" altLang="en-US"/>
              <a:t>高斯噪声</a:t>
            </a:r>
            <a:r>
              <a:rPr lang="en-US" altLang="zh-CN"/>
              <a:t> + </a:t>
            </a:r>
            <a:r>
              <a:rPr lang="zh-CN" altLang="en-US"/>
              <a:t>时移</a:t>
            </a:r>
            <a:r>
              <a:rPr lang="en-US" altLang="zh-CN"/>
              <a:t> + </a:t>
            </a:r>
            <a:r>
              <a:rPr lang="zh-CN" altLang="en-US"/>
              <a:t>幅度缩放</a:t>
            </a:r>
            <a:r>
              <a:rPr lang="en-US" altLang="zh-CN"/>
              <a:t> + </a:t>
            </a:r>
            <a:r>
              <a:rPr lang="zh-CN" altLang="en-US"/>
              <a:t>小幅时伸缩</a:t>
            </a:r>
            <a:endParaRPr lang="zh-CN" altLang="en-US"/>
          </a:p>
          <a:p>
            <a:r>
              <a:rPr lang="zh-CN" altLang="en-US"/>
              <a:t>少样本类额外增强</a:t>
            </a:r>
            <a:r>
              <a:rPr lang="en-US" altLang="zh-CN"/>
              <a:t>:</a:t>
            </a:r>
            <a:endParaRPr lang="en-US" altLang="zh-CN"/>
          </a:p>
          <a:p>
            <a:r>
              <a:rPr lang="en-US" altLang="zh-CN"/>
              <a:t> ['normal_train70', 'outer_missing_train80']</a:t>
            </a:r>
            <a:endParaRPr lang="en-US" altLang="zh-CN"/>
          </a:p>
        </p:txBody>
      </p:sp>
      <p:sp>
        <p:nvSpPr>
          <p:cNvPr id="7" name="文本框 6"/>
          <p:cNvSpPr txBox="1"/>
          <p:nvPr/>
        </p:nvSpPr>
        <p:spPr>
          <a:xfrm>
            <a:off x="6744335" y="1215390"/>
            <a:ext cx="263842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>
                <a:solidFill>
                  <a:schemeClr val="tx2"/>
                </a:solidFill>
              </a:rPr>
              <a:t>实际效果</a:t>
            </a:r>
            <a:endParaRPr lang="zh-CN" altLang="en-US" sz="2800">
              <a:solidFill>
                <a:schemeClr val="tx2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672580" y="3068955"/>
            <a:ext cx="3431540" cy="10274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000"/>
              <a:t>模型准确率</a:t>
            </a:r>
            <a:r>
              <a:rPr lang="zh-CN" sz="2000"/>
              <a:t>无提升</a:t>
            </a:r>
            <a:endParaRPr lang="zh-CN" sz="2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4_Office 主题">
  <a:themeElements>
    <a:clrScheme name="4_Office 主题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4_Office 主题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25400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6800" rIns="91440" bIns="46800" numCol="1" rtlCol="0" anchor="t" anchorCtr="0" compatLnSpc="1"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>
            <a:alpha val="70000"/>
          </a:schemeClr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scene3d>
          <a:camera prst="legacyObliqueTopRight"/>
          <a:lightRig rig="legacyFlat3" dir="b"/>
        </a:scene3d>
        <a:sp3d extrusionH="430200" prstMaterial="legacyMatte">
          <a:bevelT w="13500" h="13500" prst="angle"/>
          <a:bevelB w="13500" h="13500" prst="angle"/>
          <a:extrusionClr>
            <a:schemeClr val="accent1"/>
          </a:extrusionClr>
        </a:sp3d>
      </a:spPr>
      <a:bodyPr vert="horz" wrap="square" lIns="91440" tIns="46800" rIns="91440" bIns="46800" numCol="1" anchor="t" anchorCtr="0" compatLnSpc="1"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4_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121</Words>
  <Application>WPS 演示</Application>
  <PresentationFormat>宽屏</PresentationFormat>
  <Paragraphs>15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Arial</vt:lpstr>
      <vt:lpstr>宋体</vt:lpstr>
      <vt:lpstr>Wingdings</vt:lpstr>
      <vt:lpstr>微软雅黑</vt:lpstr>
      <vt:lpstr>Arial Unicode MS</vt:lpstr>
      <vt:lpstr>4_Office 主题</vt:lpstr>
      <vt:lpstr>测试增强-效果</vt:lpstr>
    </vt:vector>
  </TitlesOfParts>
  <Company>mc.net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自然基金重点项目答辩</dc:title>
  <dc:creator>machao</dc:creator>
  <cp:lastModifiedBy>起点</cp:lastModifiedBy>
  <cp:revision>1947</cp:revision>
  <cp:lastPrinted>2019-11-01T02:51:00Z</cp:lastPrinted>
  <dcterms:created xsi:type="dcterms:W3CDTF">2006-12-22T06:52:00Z</dcterms:created>
  <dcterms:modified xsi:type="dcterms:W3CDTF">2025-11-07T06:26:50Z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DA86560F1CA142CA9090D606C4A4A85B_13</vt:lpwstr>
  </property>
  <property fmtid="{D5CDD505-2E9C-101B-9397-08002B2CF9AE}" pid="3" name="KSOProductBuildVer">
    <vt:lpwstr>2052-12.1.0.23125</vt:lpwstr>
  </property>
</Properties>
</file>